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0EC1C-1E26-A7B2-F0A9-7D35E4351D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FB39B1-1F13-6302-A464-50376CDE7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5E1D5-0D73-E365-2079-19B48866D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986F-E735-4EBE-A0B2-D22B25DD147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253EA-E489-FB78-EDD2-76679782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5FBC5-F633-15C0-2781-4E7A3F71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9242C-A6D4-4F1D-BD35-953ADE5EB5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61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3E33C-6F89-4C81-936B-7EFCF1D6F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56E09-5D1C-0FB2-9F2B-89FD88C0F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C35C5-0590-5292-FE58-59B039AF1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986F-E735-4EBE-A0B2-D22B25DD147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104F0-F0BA-6481-62F5-D76E1795F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BD7F4-546F-ADE7-6D7F-CB620BDA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9242C-A6D4-4F1D-BD35-953ADE5EB5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819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69D42-B851-D9E4-32D5-C3FB5011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A66D3-D392-2779-8986-B09C05DED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083FB-7735-E6E7-0498-710AEA679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986F-E735-4EBE-A0B2-D22B25DD147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3F534-3D9C-B9BA-DF0A-1C3976181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70E5C-16DB-B194-E90A-55E809BA3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9242C-A6D4-4F1D-BD35-953ADE5EB5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593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3695D-EFE7-CD60-8A8C-677AF14ED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92CE6-1DAB-E5D6-A478-6798F66F7F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1ED37-7823-4603-2538-D6528C932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A8F60-DCD6-70A5-9A18-DEFD66ABC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986F-E735-4EBE-A0B2-D22B25DD147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4E529-9104-EFDB-346C-EA61CD499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0233D-5B55-E006-5A89-36A698817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9242C-A6D4-4F1D-BD35-953ADE5EB5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35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74F52-F94B-2494-51CD-7C7D54377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F9EC0-BE12-A33B-6FE5-CAC63FB78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1DA681-D819-7791-483C-4D8078F15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4A74B7-4258-9343-16FC-BC2596C57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3E3F03-DE25-0A2A-E55D-B5DDE6BCD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56E255-FD52-13E2-7BF3-AD4AC0F44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986F-E735-4EBE-A0B2-D22B25DD147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95EF1E-15F7-F7E5-1CAD-E3AA1E151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AAD099-AC3C-619C-EB88-0D272640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9242C-A6D4-4F1D-BD35-953ADE5EB5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027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0CFA1-8093-2A22-2964-0714CF053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C3C5A5-CCEA-87C5-CE90-B7F6C4C73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986F-E735-4EBE-A0B2-D22B25DD147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78DAF4-7228-4BCF-EB8D-93D0BF28C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C0126-9907-DD1D-1E00-C21C247B6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9242C-A6D4-4F1D-BD35-953ADE5EB5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149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25AB3F-3DB0-B142-C1CF-BB5106377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986F-E735-4EBE-A0B2-D22B25DD147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310C74-7C81-894E-499D-9CC19B2BE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D3ABD-2D56-16C0-E02A-671F02E9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9242C-A6D4-4F1D-BD35-953ADE5EB5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281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41B24-EDD5-2691-DA97-636AC819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12F96-3074-ACC2-0D55-08C968C94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69979-140B-0339-F2B1-D98C9BBF0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C5E53-C4CF-1479-173A-F64B48BB1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986F-E735-4EBE-A0B2-D22B25DD147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0C5D9-76D8-C1A6-E7AE-A8CD8EE1B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19379-87E1-4864-5DD5-3BDA8523B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9242C-A6D4-4F1D-BD35-953ADE5EB5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61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55006-A065-E25B-8072-8C92723F1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24C4E5-5793-0145-A558-016C884B42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1557B3-89DB-B190-BDAC-44B1235DC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6C5EB-A175-5EFD-D6F6-145630A41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986F-E735-4EBE-A0B2-D22B25DD147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40D0B-916B-E31A-700D-0A08B3473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54CE6-1B5F-9C43-2B0C-8CFFFBC1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9242C-A6D4-4F1D-BD35-953ADE5EB5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178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E809F-86CF-21BB-7B1E-D37F84C66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C38033-EFE1-CFB9-E09D-FA2DAB761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D8FE3-521A-AC29-8941-BB04581CD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986F-E735-4EBE-A0B2-D22B25DD147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97F5B-A318-CB6B-3FE2-21FB35064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FE175-8825-11A3-7D90-263426F05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9242C-A6D4-4F1D-BD35-953ADE5EB5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602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A761D8-53E8-376C-35A8-1C2AAAD834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7FE5A2-5338-CFB1-8E9C-F32BD481A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F8764-7FCA-9344-3AC2-CBEDAA9A4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986F-E735-4EBE-A0B2-D22B25DD147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68973-1F3F-FD93-F62D-682DDC422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1F98-640C-8DC5-1A24-FB1AC7BD3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9242C-A6D4-4F1D-BD35-953ADE5EB5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526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311915-39D3-5312-757B-8DF208641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FEEE2-44CE-7F46-815F-7C86F3EB7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61BB9-61FE-6C71-ECAE-2286AF9581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8986F-E735-4EBE-A0B2-D22B25DD147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3A654-BC01-0D6F-752C-E37ACCF9E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0A9DD-AD96-AB8D-CDD4-6898CE53C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9242C-A6D4-4F1D-BD35-953ADE5EB5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58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ABD5E7-181C-7BED-CA15-EB1382680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483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10211A-0AF7-B27D-FFA9-7D09B4D87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891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8D6E6B-7F27-BA72-3D97-F0ABCD424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574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5E49D0-3B99-1609-D32E-50E21A5DA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250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7F0896-7D35-E121-D23D-C963E2BDF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209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338A27-E1CE-C11A-8A04-B61F57FD67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154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D53DD0-6289-64FD-022E-89AA3854F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780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BE9362-AAD5-FF8C-0E0E-1416CE718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024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DFC716-576B-BBF0-89B8-D0F8A2D2B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65" y="69790"/>
            <a:ext cx="11858069" cy="67184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27203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32E119-3DFF-88DD-815A-7C78E7FC4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989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2CC8311-6B32-4A41-A3C3-55486277F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451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ADEDFA-471E-A510-8BFE-7E4E1B169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964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094EB4-FBC3-5ED9-7491-361636617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43839"/>
            <a:ext cx="12348730" cy="70967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24630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BAFB1B-3069-EE8F-94CA-6A890ECD2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34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5ABDE-8CD4-B673-5898-9B0ED037B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992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Sampath Tumuluri</dc:creator>
  <cp:lastModifiedBy>Sampath Tumuluri</cp:lastModifiedBy>
  <cp:revision>5</cp:revision>
  <dcterms:created xsi:type="dcterms:W3CDTF">2026-03-06T14:02:06Z</dcterms:created>
  <dcterms:modified xsi:type="dcterms:W3CDTF">2026-03-06T14:39:37Z</dcterms:modified>
</cp:coreProperties>
</file>